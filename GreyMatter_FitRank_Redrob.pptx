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6212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558851" y="0"/>
            <a:ext cx="4632844" cy="6858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979615" y="64739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Grey Matter  |  FitRank  |  Redrob Data &amp; AI Challenge 2026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64008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6400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 ·  GREY MATTER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Grey Matter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FitRank </a:t>
            </a:r>
            <a:r>
              <a:rPr lang="en-US" sz="22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Explainable AI Candidate Ranking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832104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31272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563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456432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Recruiters searching 100,000 anonymized candidate profiles need a top-100 shortlist that is accurate, adversarial-resistant, and explainable — not a keyword-stuffed list that surfaces honeypot profiles (e.g., “HR Manager” with 9 ML skills) above genuine Senior AI Engineers.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098280" y="2971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14B8A6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326880" y="31272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0" y="3493008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Shubh Varshney
</a:t>
            </a:r>
            <a:r>
              <a:rPr lang="en-US" sz="11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Leader
</a:t>
            </a: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Vedant Gupta
</a:t>
            </a:r>
            <a:r>
              <a:rPr lang="en-US" sz="11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Member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5074920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5074920"/>
            <a:ext cx="11201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Offline   ·   Explainable   ·   CPU-only   ·   &lt;5 min on 100K profiles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79615" y="64739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Grey Matter  |  FitRank  |  Redrob Data &amp; AI Challenge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your proposed solution?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5989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Offline, two-stage ranking system: scores all 100K candidates vs a JD, returns top 100 with a human-readable reasoning string each.</a:t>
            </a:r>
            <a:endParaRPr lang="en-US" sz="1250" dirty="0"/>
          </a:p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Stage 1 — Heuristic features: 28 interpretable signals (JD fit, career ML depth, coherence, skill trust, Redrob signals, penalties).</a:t>
            </a:r>
            <a:endParaRPr lang="en-US" sz="1250" dirty="0"/>
          </a:p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Stage 2 — Learned re-ranking: LightGBM on pseudo-labels (top 5% positive, bottom 20% negative, traps forced negative).</a:t>
            </a:r>
            <a:endParaRPr lang="en-US" sz="1250" dirty="0"/>
          </a:p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Output: submission.csv (candidate_id, rank, score, reasoning) + audit_report.json.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4160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differentiates your approach?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4498848"/>
            <a:ext cx="5989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JD-conditioned, not JD-blind — parses JD into a RoleProfile before scoring.</a:t>
            </a:r>
            <a:endParaRPr lang="en-US" sz="12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Profile coherence engine — catches title×skill mismatches &amp; honeypot patterns.</a:t>
            </a:r>
            <a:endParaRPr lang="en-US" sz="12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Semantic capability matching (all-MiniLM-L6-v2), not keyword counting.</a:t>
            </a:r>
            <a:endParaRPr lang="en-US" sz="12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Redrob-native signals + explainable by default + adversarial-resistant (12 penalties, honeypot ×0.25).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0" y="1143000"/>
            <a:ext cx="4937760" cy="5074920"/>
          </a:xfrm>
          <a:prstGeom prst="roundRect">
            <a:avLst>
              <a:gd name="adj" fmla="val 185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949440" y="12984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Traditional keyword matching  vs  FitRank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783080"/>
          <a:ext cx="4572000" cy="3657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Traditional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FitRank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Counts AI keywords in summary</a:t>
                      </a:r>
                      <a:endParaRPr lang="en-US" sz="10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Career evidence + semantic embeddings</a:t>
                      </a:r>
                      <a:endParaRPr lang="en-US" sz="10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Ignores title–skill coherence</a:t>
                      </a:r>
                      <a:endParaRPr lang="en-US" sz="10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Coherence engine + 12 penalty types</a:t>
                      </a:r>
                      <a:endParaRPr lang="en-US" sz="10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 platform verification</a:t>
                      </a:r>
                      <a:endParaRPr lang="en-US" sz="10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Redrob assessments, GitHub, engagement</a:t>
                      </a:r>
                      <a:endParaRPr lang="en-US" sz="10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 explanation</a:t>
                      </a:r>
                      <a:endParaRPr lang="en-US" sz="10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Structured reasoning per candidate</a:t>
                      </a:r>
                      <a:endParaRPr lang="en-US" sz="10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JD Understanding &amp; Candidate Evaluation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79615" y="64739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Grey Matter  |  FitRank  |  Redrob Data &amp; AI Challenge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requirements extracted from the JD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Target: Senior AI Engineer — Founding Team @ Redrob AI (Series A)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3794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08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Production embeddings retrieval (sentence-transformers, BGE, E5)</a:t>
            </a:r>
            <a:endParaRPr lang="en-US" sz="108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08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Vector DB / hybrid search (Pinecone, FAISS, Weaviate, Milvus)</a:t>
            </a:r>
            <a:endParaRPr lang="en-US" sz="108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08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Ranking &amp; recommendation systems at product companies</a:t>
            </a:r>
            <a:endParaRPr lang="en-US" sz="108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08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fine-tuning (LoRA, QLoRA, PEFT) — nice-to-have</a:t>
            </a:r>
            <a:endParaRPr lang="en-US" sz="108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08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5–9 yrs with production ML depth, not tutorials</a:t>
            </a:r>
            <a:endParaRPr lang="en-US" sz="108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08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Pune/Noida preferred; Tier-1 India; ≤30-day notice</a:t>
            </a:r>
            <a:endParaRPr lang="en-US" sz="108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08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Disqualifiers: pure research, consulting-only, CV/speech w/o NLP, title-chasers, skill inflation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526280" y="111556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 important candidate signals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150876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26280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82896" y="14721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Career ML depth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4526280" y="189280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26280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82896" y="18562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Current-role evidence (RAG, embeddings, FAISS)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4526280" y="227685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26280" y="22768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82896" y="2240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Profile coherence (title domain × skills)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526280" y="26609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26280" y="26609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82896" y="26243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 trust (tenure + endorsements)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4526280" y="304495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26280" y="3044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82896" y="30083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Redrob assessments (LoRA, PEFT, RAG)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4526280" y="34290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2628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82896" y="33924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Platform trust (GitHub, completeness)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4526280" y="3813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526280" y="3813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82896" y="37764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Availability (OTW, notice, relocate)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4526280" y="419709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526280" y="41970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82896" y="41605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Penalty flags (inflation, honeypot)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8275320" y="1115568"/>
            <a:ext cx="3429000" cy="507492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/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503920" y="12801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Fit beyond keyword matching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503920" y="1828800"/>
            <a:ext cx="3017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Title gate → ML_AI | AI_ADJACENT | SOFTWARE | NON_TECH</a:t>
            </a:r>
            <a:endParaRPr lang="en-US" sz="115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Dense embeddings compare full candidate text vs JD</a:t>
            </a:r>
            <a:endParaRPr lang="en-US" sz="115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Career analyzer scores ML depth with per-role caps &amp; momentum (tanh)</a:t>
            </a:r>
            <a:endParaRPr lang="en-US" sz="115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Coherence engine checks templates, title-domain &amp; skill-career consistency</a:t>
            </a:r>
            <a:endParaRPr lang="en-US" sz="115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JD-adaptive penalties — disabled when JD domain matches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Ranking Methodology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79615" y="64739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Grey Matter  |  FitRank  |  Redrob Data &amp; AI Challenge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Retrieve → Score → Rank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 100K candidates from JSONL (streaming, schema-validated)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Parse JD → RoleProfile (titles, capabilities, seniority, disqualifiers)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 28 RankingFeatures via parallel heuristic modules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Score: heuristic formula OR LightGBM learned ranker (auto)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Min-heap of top 100 — O(N log 100)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Deterministic sort + reasoning + write CSV/JSON + validate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4434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Models, algorithms &amp; heuristics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773168"/>
            <a:ext cx="4023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06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JD Parser, Title Gate, Career Analyzer, Coherence Engine</a:t>
            </a:r>
            <a:endParaRPr lang="en-US" sz="106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06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 Trust chain + Semantic Embedder (MiniLM 384-dim)</a:t>
            </a:r>
            <a:endParaRPr lang="en-US" sz="106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06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Penalty Layer (12 traps) + LightGBM binary ranker</a:t>
            </a:r>
            <a:endParaRPr lang="en-US" sz="106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06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Optional: local Qwen2-1.5B GGUF for NL reasoning (top-100 only)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6949440" cy="2331720"/>
          </a:xfrm>
          <a:prstGeom prst="roundRect">
            <a:avLst>
              <a:gd name="adj" fmla="val 3922"/>
            </a:avLst>
          </a:prstGeom>
          <a:solidFill>
            <a:srgbClr val="0F172A"/>
          </a:solidFill>
          <a:ln/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983480" y="1243584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Combining signals — heuristic formula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62763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Final = </a:t>
            </a:r>
            <a:r>
              <a:rPr lang="en-US" sz="1350" b="1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0.25×JD </a:t>
            </a: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</a:t>
            </a:r>
            <a:r>
              <a:rPr lang="en-US" sz="1350" b="1" dirty="0">
                <a:solidFill>
                  <a:srgbClr val="14B8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0.30×Career </a:t>
            </a: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</a:t>
            </a:r>
            <a:r>
              <a:rPr lang="en-US" sz="1350" b="1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0.20×Coherence </a:t>
            </a: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</a:t>
            </a:r>
            <a:r>
              <a:rPr lang="en-US" sz="1350" b="1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0.15×Trust </a:t>
            </a: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</a:t>
            </a:r>
            <a:r>
              <a:rPr lang="en-US" sz="1350" b="1" dirty="0">
                <a:solidFill>
                  <a:srgbClr val="67E8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0.10×Avail </a:t>
            </a:r>
            <a:r>
              <a:rPr lang="en-US" sz="1350" b="1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 Penalties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83480" y="224028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Penalties capped 0.70 · honeypot ×0.25 if penalty &gt; 0.30 · Learned mode blends 55% LightGBM + 45% heuristic for stable ordering.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0" y="397764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54880" y="3977640"/>
            <a:ext cx="1051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88152" y="3977640"/>
            <a:ext cx="329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099048" y="397764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099048" y="3977640"/>
            <a:ext cx="1051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Parser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0" y="3977640"/>
            <a:ext cx="329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443216" y="397764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443216" y="3977640"/>
            <a:ext cx="1051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(28)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76488" y="3977640"/>
            <a:ext cx="329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787384" y="397764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787384" y="3977640"/>
            <a:ext cx="1051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20656" y="3977640"/>
            <a:ext cx="329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131552" y="397764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0131552" y="3977640"/>
            <a:ext cx="1051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Top-100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89586" y="5394960"/>
            <a:ext cx="172528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453835" y="5454655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1" name="Text 29"/>
          <p:cNvSpPr/>
          <p:nvPr/>
        </p:nvSpPr>
        <p:spPr>
          <a:xfrm>
            <a:off x="6453835" y="5445942"/>
            <a:ext cx="1051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CSV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49377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End-to-end ranking pipeline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Explainability &amp; Data Validation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79615" y="64739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Grey Matter  |  FitRank  |  Redrob Data &amp; AI Challenge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ranking decisions are explained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6675120" cy="1417320"/>
          </a:xfrm>
          <a:prstGeom prst="roundRect">
            <a:avLst>
              <a:gd name="adj" fmla="val 6452"/>
            </a:avLst>
          </a:prstGeom>
          <a:solidFill>
            <a:srgbClr val="0F172A"/>
          </a:solidFill>
          <a:ln/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1517904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Rank #1 · CAND_0071974 · score 0.95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1810512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Senior AI Engineer | JD=0.85 Career=0.58 Coh=0.79 Trust=0.85 | current role: embedding,Pinecone,recommendation; assessments LoRA=87, PEFT=86; GH 83; 7.8yrs total/7.7yrs ML India (OTW/45d notice)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8803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Format: {title} | JD=X.XX Career=X.XX Coh=X.XX Trust=X.XX | {evidence}  —  100/100 strings unique &amp; candidate-specific.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429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Preventing hallucinations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767328"/>
            <a:ext cx="6675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Default reasoning is template-based — built ONLY from extracted features, never invented credentials.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Optional local LLM uses facts-only prompts + regex guard (must include JD=X.XX), falls back to template if invalid.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cloud API calls during ranking — external_api_calls_during_ranking: false.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507492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Handling suspicious profiles — 12 penalty types + honeypot detection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5413248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Template mismatch · skill inflation · shallow boilerplate · expert-zero-endorse</a:t>
            </a:r>
            <a:endParaRPr lang="en-US" sz="1050" dirty="0"/>
          </a:p>
          <a:p>
            <a:pPr marL="177800" indent="-177800" algn="l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Consulting-only · pure research · wrong domain (CV/speech) · salary inverted</a:t>
            </a:r>
            <a:endParaRPr lang="en-US" sz="1050" dirty="0"/>
          </a:p>
          <a:p>
            <a:pPr marL="177800" indent="-177800" algn="l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Experience gap · job hopper · seniority mismatch · domain mismatch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52360" y="1417320"/>
            <a:ext cx="4251960" cy="22860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14B8A6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635240" y="1554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 GENUINE  #1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35240" y="196596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CAND_0071974
</a:t>
            </a:r>
            <a:r>
              <a:rPr lang="en-US" sz="1100" dirty="0">
                <a:solidFill>
                  <a:srgbClr val="0F76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Senior AI Engineer · score 0.95
</a:t>
            </a:r>
            <a:r>
              <a:rPr lang="en-US" sz="110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Production RAG + embeddings, LoRA=87, 7.7 yrs ML. Included in top 100.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52360" y="3886200"/>
            <a:ext cx="4251960" cy="2331720"/>
          </a:xfrm>
          <a:prstGeom prst="roundRect">
            <a:avLst>
              <a:gd name="adj" fmla="val 3922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635240" y="4023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⚠  HONEYPOT TRAP  ×0.25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35240" y="4434840"/>
            <a:ext cx="39319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CAND_0004989 · CAND_0000339
</a:t>
            </a:r>
            <a:r>
              <a:rPr lang="en-US" sz="1100" dirty="0">
                <a:solidFill>
                  <a:srgbClr val="B4530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Title–skill mismatch, salary inversion, template stuffing.
</a:t>
            </a:r>
            <a:r>
              <a:rPr lang="en-US" sz="110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Excluded from top 100.  Genuine probe CAND_0033861 included.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End-to-End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79615" y="64739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Grey Matter  |  FitRank  |  Redrob Data &amp; AI Challenge 2026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09728" cy="196596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58952" y="143560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58952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44168" y="145389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" y="20116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job_description.txt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candidates.jsonl (100K)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weights.yaml + embeddings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96512" y="1234440"/>
            <a:ext cx="35661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434840" y="12344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434840" y="1234440"/>
            <a:ext cx="109728" cy="1965960"/>
          </a:xfrm>
          <a:prstGeom prst="roundRect">
            <a:avLst>
              <a:gd name="adj" fmla="val 3333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90872" y="1435608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90872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76088" y="145389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JD PARSING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27448" y="20116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parse_jd() → RoleProfile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encode_jd() → 384-dim vector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28432" y="1234440"/>
            <a:ext cx="35661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366760" y="12344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366760" y="1234440"/>
            <a:ext cx="109728" cy="1965960"/>
          </a:xfrm>
          <a:prstGeom prst="roundRect">
            <a:avLst>
              <a:gd name="adj" fmla="val 3333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622792" y="1435608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622792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08008" y="145389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SCORING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59368" y="20116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Title gate · career · coherence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 trust · semantic match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penalties · Redrob signals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28-dim feature vector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35204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02920" y="3520440"/>
            <a:ext cx="109728" cy="1965960"/>
          </a:xfrm>
          <a:prstGeom prst="roundRect">
            <a:avLst>
              <a:gd name="adj" fmla="val 3333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58952" y="3721608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58952" y="3721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44168" y="373989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RANKING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95528" y="42976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Min-heap top-100 over 100K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Deterministic tie-break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Rescale 0.05–0.95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096512" y="3520440"/>
            <a:ext cx="35661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434840" y="35204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434840" y="3520440"/>
            <a:ext cx="109728" cy="1965960"/>
          </a:xfrm>
          <a:prstGeom prst="roundRect">
            <a:avLst>
              <a:gd name="adj" fmla="val 3333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690872" y="3721608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690872" y="3721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76088" y="373989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REASONING &amp; OUTPUT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727448" y="42976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build_reasoning() per row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submission.csv (100)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audit_report.json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028432" y="3520440"/>
            <a:ext cx="35661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366760" y="35204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8366760" y="3520440"/>
            <a:ext cx="109728" cy="1965960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8622792" y="3721608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622792" y="3721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208008" y="373989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659368" y="42976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validate_submission.py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 network · CPU only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Completes in &lt;5 min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02920" y="5989320"/>
            <a:ext cx="1120140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8580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7E8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python rank.py --candidates data/candidates.jsonl --jd data/job_description.txt --out outputs/submission.csv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79615" y="64739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Grey Matter  |  FitRank  |  Redrob Data &amp; AI Challenge 2026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77240" y="1188720"/>
            <a:ext cx="8595360" cy="566928"/>
          </a:xfrm>
          <a:prstGeom prst="roundRect">
            <a:avLst>
              <a:gd name="adj" fmla="val 16129"/>
            </a:avLst>
          </a:prstGeom>
          <a:solidFill>
            <a:srgbClr val="0F172A"/>
          </a:solidFill>
          <a:ln/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60120" y="1307592"/>
            <a:ext cx="4023360" cy="329184"/>
          </a:xfrm>
          <a:prstGeom prst="roundRect">
            <a:avLst>
              <a:gd name="adj" fmla="val 13889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60120" y="130759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CLI:  rank.py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66360" y="1307592"/>
            <a:ext cx="4023360" cy="329184"/>
          </a:xfrm>
          <a:prstGeom prst="roundRect">
            <a:avLst>
              <a:gd name="adj" fmla="val 13889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166360" y="130759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Demo:  streamlit_app.py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1901952"/>
            <a:ext cx="859536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05840" y="1901952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RANKER  </a:t>
            </a:r>
            <a:r>
              <a:rPr lang="en-US" sz="1200" dirty="0">
                <a:solidFill>
                  <a:srgbClr val="67E8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fitrank/ranker.py</a:t>
            </a:r>
            <a:r>
              <a:rPr lang="en-US" sz="1200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—  Heap Top-100  |  Heuristic / LightGBM / Auto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2596896"/>
            <a:ext cx="859536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05840" y="2596896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EXTRACTOR  </a:t>
            </a:r>
            <a:r>
              <a:rPr lang="en-US" sz="1200" dirty="0">
                <a:solidFill>
                  <a:srgbClr val="67E8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fitrank/features.py</a:t>
            </a:r>
            <a:r>
              <a:rPr lang="en-US" sz="1200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—  28 interpretable RankingFeatures / candidate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3291840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60120" y="3383280"/>
            <a:ext cx="1851660" cy="475488"/>
          </a:xfrm>
          <a:prstGeom prst="roundRect">
            <a:avLst>
              <a:gd name="adj" fmla="val 961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60120" y="3383280"/>
            <a:ext cx="18516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JD Parser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Title Gate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86100" y="3383280"/>
            <a:ext cx="1851660" cy="475488"/>
          </a:xfrm>
          <a:prstGeom prst="roundRect">
            <a:avLst>
              <a:gd name="adj" fmla="val 961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086100" y="3383280"/>
            <a:ext cx="18516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Career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212080" y="3383280"/>
            <a:ext cx="1851660" cy="475488"/>
          </a:xfrm>
          <a:prstGeom prst="roundRect">
            <a:avLst>
              <a:gd name="adj" fmla="val 961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212080" y="3383280"/>
            <a:ext cx="18516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Coherence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Engine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38060" y="3383280"/>
            <a:ext cx="1851660" cy="475488"/>
          </a:xfrm>
          <a:prstGeom prst="roundRect">
            <a:avLst>
              <a:gd name="adj" fmla="val 961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338060" y="3383280"/>
            <a:ext cx="18516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Penalties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(12 types)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" y="4096512"/>
            <a:ext cx="85953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960120" y="4187952"/>
            <a:ext cx="4023360" cy="365760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60120" y="41879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EMBEDDER — all-MiniLM-L6-v2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66360" y="4187952"/>
            <a:ext cx="4023360" cy="365760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166360" y="41879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SIGNALS — Redrob platform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4791456"/>
            <a:ext cx="8595360" cy="50292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005840" y="479145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 </a:t>
            </a:r>
            <a:r>
              <a:rPr lang="en-US" sz="11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candidates.jsonl · job_description    </a:t>
            </a:r>
            <a:r>
              <a:rPr lang="en-US" sz="1150" b="1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CONFIG  </a:t>
            </a:r>
            <a:r>
              <a:rPr lang="en-US" sz="11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weights.yaml · normalization.yaml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7240" y="5440680"/>
            <a:ext cx="8595360" cy="502920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/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005840" y="54406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OFFLINE: train LightGBM · precompute embeddings      OPTIONAL: local LLM reasoning (top-100 only)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601200" y="1188720"/>
            <a:ext cx="2103120" cy="4663440"/>
          </a:xfrm>
          <a:prstGeom prst="roundRect">
            <a:avLst>
              <a:gd name="adj" fmla="val 434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978408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LAYERED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784080" y="2148840"/>
            <a:ext cx="1828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module is file-backed for traceability.
</a:t>
            </a:r>
            <a:r>
              <a:rPr lang="en-US" sz="1150" b="1" dirty="0">
                <a:solidFill>
                  <a:srgbClr val="0F76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network during ranking</a:t>
            </a:r>
            <a:r>
              <a:rPr lang="en-US" sz="110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all models cached locally.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Results &amp; Performance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79615" y="64739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Grey Matter  |  FitRank  |  Redrob Data &amp; AI Challenge 2026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2148840" cy="128016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/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&lt;5 min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100K, CPU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34640" y="1143000"/>
            <a:ext cx="2148840" cy="128016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/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834640" y="1207008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834640" y="193852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honeypots in top 100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66360" y="1143000"/>
            <a:ext cx="2148840" cy="128016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/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166360" y="1207008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100/100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166360" y="193852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explained &amp; unique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26060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Submission validation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292608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76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validate_submission.py → “Submission is valid.”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 rows, scores monotonically decreasing (0.95 → 0.05)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Known honeypots excluded: CAND_0004989, CAND_0000339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Genuine probe included: CAND_0033861 · 0 honeypot flags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 unique job titles in top 100 (diverse, not single-title)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8006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Stability &amp; data pool insights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512064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Top-20 overlap under ±10% perturbation: mean 19.7/20 · Jaccard 0.97 · 100% stable runs</a:t>
            </a:r>
            <a:endParaRPr lang="en-US" sz="105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Pool: ~905 (0.9%) genuine ML · 4,337 keyword stuffers · 18,865 salary-inversion · 50,844 (~51%) title–career mismatch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52360" y="2606040"/>
            <a:ext cx="4251960" cy="178308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635240" y="2697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Top-5 snapshot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35240" y="30175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01000" y="30175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CAND_0071974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555480" y="30175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Senior AI Engineer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064240" y="301752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0.95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35240" y="327812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01000" y="327812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CAND_0055992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555480" y="327812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Engineer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064240" y="327812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0.87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35240" y="35387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01000" y="35387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CAND_0081846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555480" y="35387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 AI Engineer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064240" y="35387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0.87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35240" y="37993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01000" y="37993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CAND_0018499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555480" y="37993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Senior ML Engineer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1064240" y="379933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0.86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635240" y="405993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01000" y="40599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CAND_0079387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555480" y="40599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Engineer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1064240" y="405993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0.85</a:t>
            </a:r>
            <a:endParaRPr lang="en-US" sz="1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2360" y="4526280"/>
          <a:ext cx="4251960" cy="1865376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Constraint</a:t>
                      </a:r>
                      <a:endParaRPr lang="en-US" sz="9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FitRank Result</a:t>
                      </a:r>
                      <a:endParaRPr lang="en-US" sz="9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CPU only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✓ sentence-transformers + LightGBM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 network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✓ all models pre-downloaded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≤5 min / 16GB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✓ ~284s w/ pre-computed embeds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Deterministic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✓ heap + candidate_id tie-break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Tests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✓ 223 fast + 6 slow (229)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79615" y="64739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Grey Matter  |  FitRank  |  Redrob Data &amp; AI Challenge 2026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361188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11887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Language &amp; Runtime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645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3.11+ — typed dataclass pipeline</a:t>
            </a:r>
            <a:endParaRPr lang="en-US" sz="105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NumPy — feature vectors &amp; embedding math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11887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434840" y="1188720"/>
            <a:ext cx="361188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617720" y="11887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Ranking &amp; ML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1645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LightGBM — offline binary ranker, fast CPU</a:t>
            </a:r>
            <a:endParaRPr lang="en-US" sz="105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sentence-transformers (MiniLM, 384-dim)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66760" y="11887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366760" y="1188720"/>
            <a:ext cx="361188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549640" y="11887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&amp; Config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49640" y="1645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JSONL streaming loader (100K, low RAM)</a:t>
            </a:r>
            <a:endParaRPr lang="en-US" sz="105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JSON Schema validation · YAML weights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88036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02920" y="2880360"/>
            <a:ext cx="361188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85800" y="288036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Semantic &amp; Search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3337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Cosine similarity on dense embeddings</a:t>
            </a:r>
            <a:endParaRPr lang="en-US" sz="105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Sparse capability fallback within budget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34840" y="288036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434840" y="2880360"/>
            <a:ext cx="361188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17720" y="288036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17720" y="3337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Template reasoning engine (validator-safe)</a:t>
            </a:r>
            <a:endParaRPr lang="en-US" sz="105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llama-cpp + Qwen2-1.5B GGUF (optional)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66760" y="288036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366760" y="2880360"/>
            <a:ext cx="361188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549640" y="288036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Demo &amp; Validation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49640" y="3337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Streamlit + Plotly explorer + radar</a:t>
            </a:r>
            <a:endParaRPr lang="en-US" sz="105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pytest (229) · validate_submission.py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5029200"/>
            <a:ext cx="11201400" cy="123444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/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31520" y="51206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these choices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31520" y="5468112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CPU-only stack </a:t>
            </a:r>
            <a:r>
              <a:rPr lang="en-US" sz="1150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meets NFR (no GPU).   </a:t>
            </a:r>
            <a:r>
              <a:rPr lang="en-US" sz="11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Offline pre-computation </a:t>
            </a:r>
            <a:r>
              <a:rPr lang="en-US" sz="1150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makes ranking network-free.   </a:t>
            </a:r>
            <a:r>
              <a:rPr lang="en-US" sz="11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Interpretable + learned blend </a:t>
            </a:r>
            <a:r>
              <a:rPr lang="en-US" sz="1150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explainable AND data-driven.   </a:t>
            </a:r>
            <a:r>
              <a:rPr lang="en-US" sz="11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LightGBM over deep ranker </a:t>
            </a:r>
            <a:r>
              <a:rPr lang="en-US" sz="1150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trains &lt;1 min, no overfit on synthetic data.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Submission Assets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79615" y="64739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Grey Matter  |  FitRank  |  Redrob Data &amp; AI Challenge 2026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11201400" cy="713232"/>
          </a:xfrm>
          <a:prstGeom prst="roundRect">
            <a:avLst>
              <a:gd name="adj" fmla="val 12821"/>
            </a:avLst>
          </a:prstGeom>
          <a:solidFill>
            <a:srgbClr val="0F172A"/>
          </a:solidFill>
          <a:ln/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GitHub Repository   </a:t>
            </a:r>
            <a:r>
              <a:rPr lang="en-US" sz="1250" dirty="0">
                <a:solidFill>
                  <a:srgbClr val="67E8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github.com/brainRottedCoder/redrob-datachallenge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143000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 install · download-model · precompute · train · run · validate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057400"/>
            <a:ext cx="5486400" cy="187452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02920" y="2057400"/>
            <a:ext cx="109728" cy="187452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7240" y="21671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Deliverables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2606040"/>
            <a:ext cx="4983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outputs/submission.csv — top-100 + reasoning</a:t>
            </a:r>
            <a:endParaRPr lang="en-US" sz="11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outputs/audit_report.json — runtime, top-5</a:t>
            </a:r>
            <a:endParaRPr lang="en-US" sz="11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deck/Redrob_FitRank_Approach.pdf</a:t>
            </a:r>
            <a:endParaRPr lang="en-US" sz="11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submission_metadata.yaml · validate_submission.py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057400"/>
            <a:ext cx="5486400" cy="187452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217920" y="2057400"/>
            <a:ext cx="109728" cy="187452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92240" y="21671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Interactive Demo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2606040"/>
            <a:ext cx="4983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streamlit run app/streamlit_app.py</a:t>
            </a:r>
            <a:endParaRPr lang="en-US" sz="11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JD paste, radar charts, penalty breakdown</a:t>
            </a:r>
            <a:endParaRPr lang="en-US" sz="11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CSV export from shortlist</a:t>
            </a:r>
            <a:endParaRPr lang="en-US" sz="11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Optional local-LLM AI reasoning toggle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160520"/>
            <a:ext cx="5486400" cy="187452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02920" y="4160520"/>
            <a:ext cx="109728" cy="187452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7240" y="42702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77240" y="4709160"/>
            <a:ext cx="4983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README.md — install, reproduce, constraints</a:t>
            </a:r>
            <a:endParaRPr lang="en-US" sz="11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PRD_Redrob_FitRank.md — 13-phase design</a:t>
            </a:r>
            <a:endParaRPr lang="en-US" sz="11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DELIVERABLES_CHECKLIST.md — PRD §12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2702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02920" y="6126480"/>
            <a:ext cx="11201400" cy="384048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" y="6126480"/>
            <a:ext cx="11201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Grey Matter   |   Shubh Varshney (Team Leader)   |   Vedant Gupta (Team Member)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558851" y="0"/>
            <a:ext cx="4632844" cy="6858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979615" y="64739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Grey Matter  |  FitRank  |  Redrob Data &amp; AI Challenge 2026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07128" y="13716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907128" y="13716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GREY MATTER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196596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0" y="31546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FitRank</a:t>
            </a:r>
            <a:r>
              <a:rPr lang="en-US" sz="20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—  Intelligent Candidate Discovery &amp; Ranking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“Trustable ranking that survives adversarial profiles.”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Shubh Varshney</a:t>
            </a:r>
            <a:r>
              <a:rPr lang="en-US" sz="14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Team Leader        </a:t>
            </a: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Vedant Gupta</a:t>
            </a:r>
            <a:r>
              <a:rPr lang="en-US" sz="14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Team Member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7E8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github.com/brainRottedCoder/redrob-datachallenge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26768" y="534924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026768" y="54223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100K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26768" y="58704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61408" y="534924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61408" y="54223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&lt;5 min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61408" y="58704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runtime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96048" y="534924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696048" y="54223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696048" y="58704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honeypots in top 100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1941</Words>
  <Application>Microsoft Office PowerPoint</Application>
  <PresentationFormat>Widescreen</PresentationFormat>
  <Paragraphs>299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DM Sans</vt:lpstr>
      <vt:lpstr>JetBrains Mono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Shubh Varshney</cp:lastModifiedBy>
  <cp:revision>3</cp:revision>
  <dcterms:created xsi:type="dcterms:W3CDTF">2026-06-30T23:04:32Z</dcterms:created>
  <dcterms:modified xsi:type="dcterms:W3CDTF">2026-06-30T23:21:01Z</dcterms:modified>
</cp:coreProperties>
</file>